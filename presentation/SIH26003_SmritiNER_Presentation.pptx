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SMART INDIA HACKATHON (SIH) 2026 • PROBLEM ID: SIH26003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SmritiNER (স্মৃতি-উত্তৰ-পূব)</a:t>
            </a:r>
          </a:p>
          <a:p>
            <a:pPr>
              <a:spcBef>
                <a:spcPts val="1200"/>
              </a:spcBef>
              <a:defRPr sz="2000">
                <a:solidFill>
                  <a:srgbClr val="CBD5E1"/>
                </a:solidFill>
              </a:defRPr>
            </a:pPr>
            <a:r>
              <a:t>AI-Based Cognitive Gaming &amp; Memory Assistance Platform for Elderly Dementia Patients in the North Eastern Region</a:t>
            </a:r>
          </a:p>
          <a:p>
            <a:pPr>
              <a:spcBef>
                <a:spcPts val="2000"/>
              </a:spcBef>
              <a:defRPr sz="1500" b="1">
                <a:solidFill>
                  <a:srgbClr val="34D399"/>
                </a:solidFill>
              </a:defRPr>
            </a:pPr>
            <a:r>
              <a:t>Ministry of Development of North Eastern Region (MDoNER) | Domain: MedTech /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Ground Reality &amp; Geriatric Challenges in 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1. Surging Elderly Dementia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Mild Cognitive Impairment (MCI) and Alzheimer's cases are surging across NER states, projected to double in the next decade.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2. Geographical &amp; Medical Isolation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Hilly terrains and remote rural pockets severely restrict access to specialized geriatricians and memory care clinics.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3. Cultural &amp; Linguistic Gap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Mainstream memory apps feature foreign/urban concepts that alienate elderly patients in Assam, Manipur, Meghalaya,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4. Connectivity &amp; Power Bottlenecks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Spotty cellular networks in remote valleys make cloud-dependent health applications completely unviable.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SmritiNER Platform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6060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Pillar 1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</a:defRPr>
            </a:pPr>
            <a:r>
              <a:t>4 Cognitive Domains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Tailored to NER heritage: Memory (Bihu, Hornbill), Attention (Nature soundscapes), Routine Sequencing, and Textile Weave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6060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Pillar 2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</a:defRPr>
            </a:pPr>
            <a:r>
              <a:t>Adaptive AI Engine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Mathematical latency &amp; error monitoring. Provides gentle voice scaffolding when hesitating (&gt;6s) to eliminate elder frustration.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6060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Pillar 3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</a:defRPr>
            </a:pPr>
            <a:r>
              <a:t>Multi-Lingual Voice Guide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Spoken regional prompts in Assamese (অসমীয়া), Meitei (মৈতৈলোন্), Bengali (বাংলা), Hindi, and English with comforting cadence.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6060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Pillar 4</a:t>
            </a:r>
          </a:p>
          <a:p>
            <a:pPr>
              <a:spcBef>
                <a:spcPts val="600"/>
              </a:spcBef>
              <a:defRPr sz="1700" b="1">
                <a:solidFill>
                  <a:srgbClr val="0F172A"/>
                </a:solidFill>
              </a:defRPr>
            </a:pPr>
            <a:r>
              <a:t>Caregiver Telemetry &amp; Geofence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MoCA/MMSE clinical radar charts, early anomaly flags, medication compliance tracking, and GPS wandering safety alert.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Offline-First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End-to-End System Data Flow: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• Step 1: Patient Layer: Ultra-accessible tablet interface (WCAG AAA high-contrast, &gt;52px touch targets, regional speech guide).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• Step 2: AI Adaptive Loop: Real-time touch latency &amp; error evaluation: Delta L = alpha*(Target - Observed) + beta*(Accuracy - 0.75).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• Step 3: Auto-Scaffolding: Dynamic audio hints &amp; visual illumination activate if hesitation exceeds 6.0s to preserve dignity and eliminate stress.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• Step 4: Offline Persistence: 100% offline-first execution via IndexedDB and Cache API; zero data loss in remote NER hilly zones.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• Step 5: Caregiver &amp; Doctor Tele-Health: Auto-aggregates MoCA radar trends, triggers GPS wandering alarms, and exports clean clinical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Eliminating 'AI Slop': Clinical Rigor &amp; Authentic NER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Typical Hackathon AI Slop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Generic buzzwords ('Deep AI magic') with no clinical grounding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Western stock photos unrelated to North Eastern elders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Stressful high-pressure countdowns triggering anxiety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Cloud-only apps that break as soon as connection drops in hills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Toy UI without doctor export or safety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SmritiNER Clinical Engineering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Grounded in validated MoCA &amp; MMSE cognitive assessment domains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Authentic North Eastern assets: Bihu, Hornbill, Muga silk, Kaziranga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Non-pharmacological sensory calming zone (bamboo flute &amp; breathing)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Resilient Offline-First PWA architecture with local IndexedDB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PIN-protected caregiver portal, GPS wandering alerts &amp; clinical PDF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Clinical Feasibility, Accessibility &amp; Safe-Zone Guard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WCAG AAA Accessibility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Equipped with instant High-Contrast mode (black/amber) for cataract patients and scalable font typography up to 1.4x.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Procedural Folk Audio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Web Audio API generates authentic bamboo flute pentatonic melodies in real-time, requiring 0kb external audio downloads.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Dementia Wandering Guard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Simulated GPS perimeter (300m safe radius) that dispatches instant caregiver notifications if patient strays toward cliffs/rivers.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057A55"/>
                </a:solidFill>
              </a:defRPr>
            </a:pPr>
            <a:r>
              <a:t>Doctor Consultation Ready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One-click printable clinical PDF compiling 7-day reaction latency graphs, MoCA domain scores, and medication adherence.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SIH26003 • MINISTRY OF DEVELOPMENT OF NORTH EASTERN REGION (MDONER)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Impact, Scalability &amp; MDoNER Rollout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057A55"/>
                </a:solidFill>
              </a:defRPr>
            </a:pPr>
            <a:r>
              <a:t>Phase 1: Hackathon Prototype (Months 0-3)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</a:defRPr>
            </a:pPr>
            <a:r>
              <a:t>Complete tablet PWA with 4 cognitive domains, offline IndexedDB engine, and caregiver portal tested with regional elders.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057A55"/>
                </a:solidFill>
              </a:defRPr>
            </a:pPr>
            <a:r>
              <a:t>Phase 2: MDoNER Pilot (Months 3-6)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</a:defRPr>
            </a:pPr>
            <a:r>
              <a:t>Pilot deployment across Community Health Centers (CHCs) and Old Age Homes in Kamrup Metro, Imphal West, and East Khasi Hills.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057A55"/>
                </a:solidFill>
              </a:defRPr>
            </a:pPr>
            <a:r>
              <a:t>Phase 3: ABDM &amp; Tele-Health (Months 6-12)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</a:defRPr>
            </a:pPr>
            <a:r>
              <a:t>Direct integration with Ayushman Bharat Digital Mission (ABDM) and MDoNER telemedicine portals for remote specialist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Vision &amp; Impact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</a:defRPr>
            </a:pPr>
            <a:r>
              <a:t>Dignified, culturally resonant cognitive health for over 2.5 million elderly citizens across North East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